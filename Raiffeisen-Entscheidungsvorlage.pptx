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AI im Vertrieb — Gemeinsame Erkundung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645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Arial"/>
              </a:defRPr>
            </a:pPr>
            <a:r>
              <a:t>Vertraulich · März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Thema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AI-Potenzial im Vertrieb erkunden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Salesteq, Zug (CH)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Umfang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12 Wochen, 1 Raiffeisenbank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IT-Bedarf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Keiner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Keines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234440"/>
            <a:ext cx="1316736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AUSGANGSLAGE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91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Raiffeisen setzt bereits AI ein (Meeting-Vorbereitung, Chatbot Tina). Die Frage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ist nicht ob, sondern wo AI im Vertrieb den grössten Hebel hat. Im März 2026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wurde vereinbart, das gemeinsam zu erkunden — mit einem externen Partner, der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Produktionserfahrung mitbringt. Analog zum Vorgehen mit Allianz Suisse.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8036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33333"/>
                </a:solidFill>
                <a:latin typeface="Arial"/>
              </a:defRPr>
            </a:pPr>
            <a:r>
              <a:t>Vorgehen: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Discovery (½ Tag)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11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Vertriebsprozess gemeinsam analysieren → Handlungsempfehlung erarbeiten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Handlungsempfehlung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69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Ivo erhält ein Dokument, das er intern mit IT und Stakeholdern testen kann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526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Auf Basis der Empfehlung: nächste Schritte gemeinsam festlegen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07492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57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IDEENBACKLOG (ZUR DISKUSSION)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32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RM-Training &amp; Onboarding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5532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Sparringspartner für neue und erfahrene Berater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1616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9161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Produktwissen für 212 Banken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9161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Einheitliche Wissensbasis, immer aktuell, drei Sprachen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0021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3002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Erster Kundenkontakt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3002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Chat und Telefon in DE/FR/IT, qualifizierte Weiterleitung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684264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6842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Cross-Selling-Signale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842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Portfolio-Lücken erkennen und Kontaktanlässe priorisieren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70683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7068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Kampagnen-Unterstützung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70683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Personalisierte Ansprache, vom RM freigegeben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1417320"/>
            <a:ext cx="4754880" cy="338328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15087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WARUM KEIN IT-PROJEKT NÖTIG 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1828800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 Zugang zu Kernbanksystemen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20299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Pilot läuft ausserhalb der bestehenden</a:t>
            </a:r>
            <a:br/>
            <a:r>
              <a:t>IT-Infrastruktur. Keine API-Anbindung.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2542032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Keine Kundendaten verlassen die Schweiz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7432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Infrastruktur in EU. Schweizer Hosting</a:t>
            </a:r>
            <a:br/>
            <a:r>
              <a:t>oder On-Premise möglich.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3255264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 AI trifft autonome Entscheidungen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20" y="345643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Jede kundenseitige Aktion erfordert</a:t>
            </a:r>
            <a:br/>
            <a:r>
              <a:t>explizite Freigabe durch den RM.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3968496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Voller Audit-Trail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4169663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Jede AI-Aktion protokolliert.</a:t>
            </a:r>
            <a:br/>
            <a:r>
              <a:t>Compliance-fähig.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0" y="5074920"/>
            <a:ext cx="4754880" cy="2240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51663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ÜBER DEN PARTNER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54406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spcAft>
                <a:spcPts val="20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Salesteq (Elyon GmbH, Zug)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900" b="0">
                <a:solidFill>
                  <a:srgbClr val="777777"/>
                </a:solidFill>
                <a:latin typeface="Arial"/>
              </a:defRPr>
            </a:pPr>
            <a:r>
              <a:t>AI-Plattform für Vertrieb, Marketing, Kundenservice.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Arial"/>
              </a:defRPr>
            </a:pPr>
          </a:p>
          <a:p>
            <a:pPr algn="l">
              <a:lnSpc>
                <a:spcPts val="1350"/>
              </a:lnSpc>
              <a:spcAft>
                <a:spcPts val="200"/>
              </a:spcAft>
              <a:defRPr sz="900" b="1">
                <a:solidFill>
                  <a:srgbClr val="1A1A1A"/>
                </a:solidFill>
                <a:latin typeface="Arial"/>
              </a:defRPr>
            </a:pPr>
            <a:r>
              <a:t>Referenzen: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Naghi/BMW Saudi-Arabien — Produktion, Voice AI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Suhner Abrasive (CH) — AI-Verkaufsassistent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Allianz Suisse — Test &amp; Learn Pilot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Arial"/>
              </a:defRPr>
            </a:pP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NVIDIA Inception Member. Eigene Sprach-Engine.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7452360"/>
            <a:ext cx="1316736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749807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88AACC"/>
                </a:solidFill>
                <a:latin typeface="Arial"/>
              </a:defRPr>
            </a:pPr>
            <a:r>
              <a:t>NÄCHSTER SCHRITT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7680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Halbtägiger Discovery-Workshop mit Ivo und 1–2 Kundenberatern. Ergebnis: Handlungsempfehlung.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7589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Arial"/>
              </a:defRPr>
            </a:pPr>
            <a:r>
              <a:t>Viktor Andreas · viktor@salesteq.com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